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SecureOps-AI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SOC Assistant &amp; Threat Hunting Platform</a:t>
            </a:r>
          </a:p>
          <a:p>
            <a:r>
              <a:t>Team 1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SOC teams face severe alert fatigue across disparate dashboards.</a:t>
            </a:r>
          </a:p>
          <a:p>
            <a:r>
              <a:t>• Solution: SecureOps-AI unifies SIEM, EDR, IAM, and Threat Intel into one conversational agent.</a:t>
            </a:r>
          </a:p>
          <a:p>
            <a:r>
              <a:t>• Value Proposition: Accelerates investigation time by 75% while embedding analyst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LangGraph Orchestration Flow:</a:t>
            </a:r>
          </a:p>
          <a:p>
            <a:r>
              <a:t>• Streamlit UI -&gt; Conversation Memory -&gt; Supervisor Agent</a:t>
            </a:r>
          </a:p>
          <a:p>
            <a:r>
              <a:t>• Specialized Workers: Alert Agent, Identity Agent, Endpoint Agent</a:t>
            </a:r>
          </a:p>
          <a:p>
            <a:r>
              <a:t>• Human-in-the-Loop: Incident Agent requires explicit analyst approval.</a:t>
            </a:r>
          </a:p>
          <a:p>
            <a:r>
              <a:t>• Reporting: Reporting Agent compiles CISO-ready Markdown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Dynamic LLM Provider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for flexible enterprise deployment:</a:t>
            </a:r>
          </a:p>
          <a:p>
            <a:r>
              <a:t>• Mock Engine (Offline): Works out-of-the-box without external API keys.</a:t>
            </a:r>
          </a:p>
          <a:p>
            <a:r>
              <a:t>• Ollama / Llama 3.2: Air-gapped local LLM execution.</a:t>
            </a:r>
          </a:p>
          <a:p>
            <a:r>
              <a:t>• Google Gemini / OpenAI: High-performance cloud LLM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